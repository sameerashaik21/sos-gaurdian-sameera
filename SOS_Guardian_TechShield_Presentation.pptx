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os-guardian-react.lovable.app/" TargetMode="Externa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SOS Guardian (React)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Mini Project – October 2025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Team TechShield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B.Tech CSE – Sree Rama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In emergencies, quick help is crucial but often delayed.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Existing solutions lack real-time response and easy web access.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Goal: Create a responsive SOS system for instant emergency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Objectives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✔ Report incidents with type, description, and location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✔ Real-time alert system and dashboard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✔ Authentication and user-friendly interface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✔ Responsive design for web and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Frontend: React, Tailwind CSS, JavaScript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Backend: Node.js / Express (optional)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Database: MongoDB / Firestore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Hosting: Lovable AI / Vercel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1. User logs in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2. Reports an incident with details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3. Data stored via backend API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4. Admin dashboard displays reports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5. Notifications sent to responders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Explore the working SOS Guardian web app below.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2743200" y="5486400"/>
            <a:ext cx="3657600" cy="731520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txBody>
          <a:bodyPr wrap="none">
            <a:spAutoFit/>
          </a:bodyPr>
          <a:lstStyle/>
          <a:p>
            <a:endParaRPr/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Click Here to Visit Live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• Accurate geolocation tracking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• Responsive UI on different devices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• Secure API handling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• Smooth asynchronous data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🔹 Real-time updates using WebSockets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🔹 Push notifications to responders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🔹 Role-based dashboards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🔹 Multimedia uploads with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SOS Guardian enhances emergency reporting efficiency.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Built with modern web technologies for scalability.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Team TechShield learned React, API integration, and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FFFF"/>
                </a:solidFill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8C8C8"/>
                </a:solidFill>
              </a:defRPr>
            </a:pPr>
            <a:r>
              <a:t>Thank you!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sanaashaik007@gmail.com</cp:lastModifiedBy>
  <cp:revision>2</cp:revision>
  <dcterms:created xsi:type="dcterms:W3CDTF">2013-01-27T09:14:16Z</dcterms:created>
  <dcterms:modified xsi:type="dcterms:W3CDTF">2025-10-18T02:21:08Z</dcterms:modified>
  <cp:category/>
</cp:coreProperties>
</file>